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rice BoldCondensed" charset="1" panose="00000000000000000000"/>
      <p:regular r:id="rId21"/>
    </p:embeddedFont>
    <p:embeddedFont>
      <p:font typeface="Questrial" charset="1" panose="02000000000000000000"/>
      <p:regular r:id="rId22"/>
    </p:embeddedFont>
    <p:embeddedFont>
      <p:font typeface="Open Sans Bold Italics" charset="1" panose="020B0806030504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47213"/>
            <a:ext cx="7211087" cy="72110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85695" y="3703067"/>
            <a:ext cx="7761418" cy="378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6"/>
              </a:lnSpc>
              <a:spcBef>
                <a:spcPct val="0"/>
              </a:spcBef>
            </a:pPr>
            <a:r>
              <a:rPr lang="en-US" sz="22062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LAWYER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85695" y="1951801"/>
            <a:ext cx="6489551" cy="294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82"/>
              </a:lnSpc>
              <a:spcBef>
                <a:spcPct val="0"/>
              </a:spcBef>
            </a:pPr>
            <a:r>
              <a:rPr lang="en-US" sz="17130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WHAT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85695" y="6314750"/>
            <a:ext cx="6489551" cy="294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82"/>
              </a:lnSpc>
              <a:spcBef>
                <a:spcPct val="0"/>
              </a:spcBef>
            </a:pPr>
            <a:r>
              <a:rPr lang="en-US" sz="17130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DO?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87297" y="6925595"/>
            <a:ext cx="4713514" cy="155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7"/>
              </a:lnSpc>
              <a:spcBef>
                <a:spcPct val="0"/>
              </a:spcBef>
            </a:pPr>
            <a:r>
              <a:rPr lang="en-US" b="true" sz="9062" i="true" spc="-41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actually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36739" y="1656618"/>
            <a:ext cx="8395008" cy="8630382"/>
          </a:xfrm>
          <a:custGeom>
            <a:avLst/>
            <a:gdLst/>
            <a:ahLst/>
            <a:cxnLst/>
            <a:rect r="r" b="b" t="t" l="l"/>
            <a:pathLst>
              <a:path h="8630382" w="8395008">
                <a:moveTo>
                  <a:pt x="0" y="0"/>
                </a:moveTo>
                <a:lnTo>
                  <a:pt x="8395008" y="0"/>
                </a:lnTo>
                <a:lnTo>
                  <a:pt x="8395008" y="8630382"/>
                </a:lnTo>
                <a:lnTo>
                  <a:pt x="0" y="8630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51414" y="2427265"/>
            <a:ext cx="7211087" cy="72110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853177" y="1965088"/>
            <a:ext cx="8865167" cy="8446086"/>
          </a:xfrm>
          <a:custGeom>
            <a:avLst/>
            <a:gdLst/>
            <a:ahLst/>
            <a:cxnLst/>
            <a:rect r="r" b="b" t="t" l="l"/>
            <a:pathLst>
              <a:path h="8446086" w="8865167">
                <a:moveTo>
                  <a:pt x="0" y="0"/>
                </a:moveTo>
                <a:lnTo>
                  <a:pt x="8865167" y="0"/>
                </a:lnTo>
                <a:lnTo>
                  <a:pt x="8865167" y="8446086"/>
                </a:lnTo>
                <a:lnTo>
                  <a:pt x="0" y="8446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9549" y="3512197"/>
            <a:ext cx="7163152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LEGAL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9549" y="1765412"/>
            <a:ext cx="7027887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PROVIDING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73638" y="4055016"/>
            <a:ext cx="4482055" cy="14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Advi</a:t>
            </a: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4576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9549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84040" y="2057400"/>
            <a:ext cx="6839077" cy="8229600"/>
          </a:xfrm>
          <a:custGeom>
            <a:avLst/>
            <a:gdLst/>
            <a:ahLst/>
            <a:cxnLst/>
            <a:rect r="r" b="b" t="t" l="l"/>
            <a:pathLst>
              <a:path h="8229600" w="6839077">
                <a:moveTo>
                  <a:pt x="0" y="0"/>
                </a:moveTo>
                <a:lnTo>
                  <a:pt x="6839077" y="0"/>
                </a:lnTo>
                <a:lnTo>
                  <a:pt x="68390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3" t="0" r="-1823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74621" y="3512197"/>
            <a:ext cx="7163152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CLI</a:t>
            </a: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74621" y="1765412"/>
            <a:ext cx="9281885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REPRESENTING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05370" y="4055016"/>
            <a:ext cx="4482055" cy="14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in Court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95552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00525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60860" y="2383132"/>
            <a:ext cx="7211087" cy="72110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050331" y="2089262"/>
            <a:ext cx="7974164" cy="8197738"/>
          </a:xfrm>
          <a:custGeom>
            <a:avLst/>
            <a:gdLst/>
            <a:ahLst/>
            <a:cxnLst/>
            <a:rect r="r" b="b" t="t" l="l"/>
            <a:pathLst>
              <a:path h="8197738" w="7974164">
                <a:moveTo>
                  <a:pt x="0" y="0"/>
                </a:moveTo>
                <a:lnTo>
                  <a:pt x="7974164" y="0"/>
                </a:lnTo>
                <a:lnTo>
                  <a:pt x="7974164" y="8197738"/>
                </a:lnTo>
                <a:lnTo>
                  <a:pt x="0" y="819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9549" y="3512197"/>
            <a:ext cx="4415044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LEGAL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9549" y="1765412"/>
            <a:ext cx="7027887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DRAFTING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73638" y="4055016"/>
            <a:ext cx="5587114" cy="14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Papers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4576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9549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5213" y="2057400"/>
            <a:ext cx="7211087" cy="72110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745472" y="2505464"/>
            <a:ext cx="10541249" cy="8068847"/>
          </a:xfrm>
          <a:custGeom>
            <a:avLst/>
            <a:gdLst/>
            <a:ahLst/>
            <a:cxnLst/>
            <a:rect r="r" b="b" t="t" l="l"/>
            <a:pathLst>
              <a:path h="8068847" w="10541249">
                <a:moveTo>
                  <a:pt x="0" y="0"/>
                </a:moveTo>
                <a:lnTo>
                  <a:pt x="10541249" y="0"/>
                </a:lnTo>
                <a:lnTo>
                  <a:pt x="10541249" y="8068847"/>
                </a:lnTo>
                <a:lnTo>
                  <a:pt x="0" y="8068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73549" y="3480335"/>
            <a:ext cx="4425881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LEGAL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73549" y="1733550"/>
            <a:ext cx="9281885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RESEARCHING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94481" y="6501787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99453" y="6501787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08928" y="4023155"/>
            <a:ext cx="5477426" cy="14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Cases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60860" y="2383132"/>
            <a:ext cx="7211087" cy="72110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9499107" y="2057400"/>
            <a:ext cx="8788893" cy="8229600"/>
          </a:xfrm>
          <a:custGeom>
            <a:avLst/>
            <a:gdLst/>
            <a:ahLst/>
            <a:cxnLst/>
            <a:rect r="r" b="b" t="t" l="l"/>
            <a:pathLst>
              <a:path h="8229600" w="8788893">
                <a:moveTo>
                  <a:pt x="8788893" y="0"/>
                </a:moveTo>
                <a:lnTo>
                  <a:pt x="0" y="0"/>
                </a:lnTo>
                <a:lnTo>
                  <a:pt x="0" y="8229600"/>
                </a:lnTo>
                <a:lnTo>
                  <a:pt x="8788893" y="8229600"/>
                </a:lnTo>
                <a:lnTo>
                  <a:pt x="878889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9549" y="3512197"/>
            <a:ext cx="3096113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9549" y="1765412"/>
            <a:ext cx="8546656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NEGOTIATION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75661" y="4055016"/>
            <a:ext cx="6685090" cy="14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Mediation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4576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9549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83393" y="2706761"/>
            <a:ext cx="7211087" cy="72110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031210" y="2089262"/>
            <a:ext cx="7906721" cy="8229600"/>
          </a:xfrm>
          <a:custGeom>
            <a:avLst/>
            <a:gdLst/>
            <a:ahLst/>
            <a:cxnLst/>
            <a:rect r="r" b="b" t="t" l="l"/>
            <a:pathLst>
              <a:path h="8229600" w="7906721">
                <a:moveTo>
                  <a:pt x="0" y="0"/>
                </a:moveTo>
                <a:lnTo>
                  <a:pt x="7906721" y="0"/>
                </a:lnTo>
                <a:lnTo>
                  <a:pt x="790672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37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74621" y="3512197"/>
            <a:ext cx="9461290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I</a:t>
            </a: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NTERPRETING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74621" y="1765412"/>
            <a:ext cx="9281885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ANALYZING &amp;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26164" y="6506538"/>
            <a:ext cx="4482055" cy="145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Laws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74621" y="6274205"/>
            <a:ext cx="5446441" cy="275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 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03212" y="1777597"/>
            <a:ext cx="7211087" cy="72110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9604936" y="1777597"/>
            <a:ext cx="8683064" cy="8509403"/>
          </a:xfrm>
          <a:custGeom>
            <a:avLst/>
            <a:gdLst/>
            <a:ahLst/>
            <a:cxnLst/>
            <a:rect r="r" b="b" t="t" l="l"/>
            <a:pathLst>
              <a:path h="8509403" w="8683064">
                <a:moveTo>
                  <a:pt x="8683064" y="0"/>
                </a:moveTo>
                <a:lnTo>
                  <a:pt x="0" y="0"/>
                </a:lnTo>
                <a:lnTo>
                  <a:pt x="0" y="8509403"/>
                </a:lnTo>
                <a:lnTo>
                  <a:pt x="8683064" y="8509403"/>
                </a:lnTo>
                <a:lnTo>
                  <a:pt x="868306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9549" y="3512197"/>
            <a:ext cx="4382726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CLIENT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9549" y="1765412"/>
            <a:ext cx="7027887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BUILDING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73638" y="4055016"/>
            <a:ext cx="6717299" cy="14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Relationships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4576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9549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5213" y="2057400"/>
            <a:ext cx="7211087" cy="72110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23690" y="1900990"/>
            <a:ext cx="8788893" cy="8229600"/>
          </a:xfrm>
          <a:custGeom>
            <a:avLst/>
            <a:gdLst/>
            <a:ahLst/>
            <a:cxnLst/>
            <a:rect r="r" b="b" t="t" l="l"/>
            <a:pathLst>
              <a:path h="8229600" w="8788893">
                <a:moveTo>
                  <a:pt x="0" y="0"/>
                </a:moveTo>
                <a:lnTo>
                  <a:pt x="8788893" y="0"/>
                </a:lnTo>
                <a:lnTo>
                  <a:pt x="87888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73549" y="3480335"/>
            <a:ext cx="4425881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LEGAL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73549" y="1733550"/>
            <a:ext cx="9281885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MANAGING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94481" y="6501787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99453" y="6501787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94481" y="4023155"/>
            <a:ext cx="4464819" cy="14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Process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61304" y="2057400"/>
            <a:ext cx="7526696" cy="8981605"/>
          </a:xfrm>
          <a:custGeom>
            <a:avLst/>
            <a:gdLst/>
            <a:ahLst/>
            <a:cxnLst/>
            <a:rect r="r" b="b" t="t" l="l"/>
            <a:pathLst>
              <a:path h="8981605" w="7526696">
                <a:moveTo>
                  <a:pt x="0" y="0"/>
                </a:moveTo>
                <a:lnTo>
                  <a:pt x="7526696" y="0"/>
                </a:lnTo>
                <a:lnTo>
                  <a:pt x="7526696" y="8981605"/>
                </a:lnTo>
                <a:lnTo>
                  <a:pt x="0" y="8981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86" t="0" r="-1054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9549" y="3512197"/>
            <a:ext cx="4273328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LEGAL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9549" y="1765412"/>
            <a:ext cx="8546656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PROVIDING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57271" y="4055016"/>
            <a:ext cx="5803481" cy="14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Education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74576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9549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112657" y="2057400"/>
            <a:ext cx="7814594" cy="8229600"/>
          </a:xfrm>
          <a:custGeom>
            <a:avLst/>
            <a:gdLst/>
            <a:ahLst/>
            <a:cxnLst/>
            <a:rect r="r" b="b" t="t" l="l"/>
            <a:pathLst>
              <a:path h="8229600" w="7814594">
                <a:moveTo>
                  <a:pt x="0" y="0"/>
                </a:moveTo>
                <a:lnTo>
                  <a:pt x="7814594" y="0"/>
                </a:lnTo>
                <a:lnTo>
                  <a:pt x="78145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31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74621" y="3512197"/>
            <a:ext cx="9461290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VARIOUS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74621" y="1765412"/>
            <a:ext cx="9281885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HANDLING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66404" y="4062614"/>
            <a:ext cx="3569507" cy="145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Cases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09366" y="6501787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14338" y="6501787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876598" y="1678763"/>
            <a:ext cx="5057306" cy="505730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992905" y="2057400"/>
            <a:ext cx="8962931" cy="8229600"/>
          </a:xfrm>
          <a:custGeom>
            <a:avLst/>
            <a:gdLst/>
            <a:ahLst/>
            <a:cxnLst/>
            <a:rect r="r" b="b" t="t" l="l"/>
            <a:pathLst>
              <a:path h="8229600" w="8962931">
                <a:moveTo>
                  <a:pt x="0" y="0"/>
                </a:moveTo>
                <a:lnTo>
                  <a:pt x="8962931" y="0"/>
                </a:lnTo>
                <a:lnTo>
                  <a:pt x="896293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9549" y="3512197"/>
            <a:ext cx="3529891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FACT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9549" y="1765412"/>
            <a:ext cx="8546656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CONDUCTING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47673" y="4055016"/>
            <a:ext cx="7222113" cy="14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Investigations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4576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9549" y="6533649"/>
            <a:ext cx="33681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41302" y="3053394"/>
            <a:ext cx="7211087" cy="72110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62749" y="3512197"/>
            <a:ext cx="10373162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WI</a:t>
            </a: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TH RELATED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75511" y="1765412"/>
            <a:ext cx="10848051" cy="28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COMMUNICATING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26164" y="6506538"/>
            <a:ext cx="4482055" cy="145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Parties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18434" y="6274205"/>
            <a:ext cx="5357478" cy="275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 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1419480" y="2057400"/>
            <a:ext cx="7486196" cy="8229600"/>
          </a:xfrm>
          <a:custGeom>
            <a:avLst/>
            <a:gdLst/>
            <a:ahLst/>
            <a:cxnLst/>
            <a:rect r="r" b="b" t="t" l="l"/>
            <a:pathLst>
              <a:path h="8229600" w="7486196">
                <a:moveTo>
                  <a:pt x="0" y="0"/>
                </a:moveTo>
                <a:lnTo>
                  <a:pt x="7486196" y="0"/>
                </a:lnTo>
                <a:lnTo>
                  <a:pt x="748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0202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60860" y="2566657"/>
            <a:ext cx="7211087" cy="72110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484268" y="2057400"/>
            <a:ext cx="6987679" cy="8229600"/>
          </a:xfrm>
          <a:custGeom>
            <a:avLst/>
            <a:gdLst/>
            <a:ahLst/>
            <a:cxnLst/>
            <a:rect r="r" b="b" t="t" l="l"/>
            <a:pathLst>
              <a:path h="8229600" w="6987679">
                <a:moveTo>
                  <a:pt x="0" y="0"/>
                </a:moveTo>
                <a:lnTo>
                  <a:pt x="6987679" y="0"/>
                </a:lnTo>
                <a:lnTo>
                  <a:pt x="698767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9549" y="3512197"/>
            <a:ext cx="7423524" cy="28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4"/>
              </a:lnSpc>
              <a:spcBef>
                <a:spcPct val="0"/>
              </a:spcBef>
            </a:pPr>
            <a:r>
              <a:rPr lang="en-US" sz="16260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EMOTIONAL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9549" y="1765412"/>
            <a:ext cx="8546656" cy="280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5"/>
              </a:lnSpc>
              <a:spcBef>
                <a:spcPct val="0"/>
              </a:spcBef>
            </a:pPr>
            <a:r>
              <a:rPr lang="en-US" sz="16289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PROVIDING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9549" y="6716679"/>
            <a:ext cx="4370075" cy="14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4"/>
              </a:lnSpc>
              <a:spcBef>
                <a:spcPct val="0"/>
              </a:spcBef>
            </a:pPr>
            <a:r>
              <a:rPr lang="en-US" b="true" sz="8617" i="true" spc="-39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Support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49623" y="6697970"/>
            <a:ext cx="368752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242425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5533" y="4032935"/>
            <a:ext cx="9170907" cy="378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6"/>
              </a:lnSpc>
              <a:spcBef>
                <a:spcPct val="0"/>
              </a:spcBef>
            </a:pPr>
            <a:r>
              <a:rPr lang="en-US" sz="22062">
                <a:solidFill>
                  <a:srgbClr val="242425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FOR YOUR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5533" y="2281669"/>
            <a:ext cx="8158258" cy="294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82"/>
              </a:lnSpc>
              <a:spcBef>
                <a:spcPct val="0"/>
              </a:spcBef>
            </a:pPr>
            <a:r>
              <a:rPr lang="en-US" sz="17130">
                <a:solidFill>
                  <a:srgbClr val="905B3E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15533" y="6772241"/>
            <a:ext cx="7964837" cy="155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7"/>
              </a:lnSpc>
              <a:spcBef>
                <a:spcPct val="0"/>
              </a:spcBef>
            </a:pPr>
            <a:r>
              <a:rPr lang="en-US" b="true" sz="9062" i="true" spc="-416">
                <a:solidFill>
                  <a:srgbClr val="D1A35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attention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774728"/>
            <a:ext cx="2992905" cy="484174"/>
            <a:chOff x="0" y="0"/>
            <a:chExt cx="646486" cy="104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6486" cy="104585"/>
            </a:xfrm>
            <a:custGeom>
              <a:avLst/>
              <a:gdLst/>
              <a:ahLst/>
              <a:cxnLst/>
              <a:rect r="r" b="b" t="t" l="l"/>
              <a:pathLst>
                <a:path h="104585" w="646486">
                  <a:moveTo>
                    <a:pt x="52292" y="0"/>
                  </a:moveTo>
                  <a:lnTo>
                    <a:pt x="594193" y="0"/>
                  </a:lnTo>
                  <a:cubicBezTo>
                    <a:pt x="608062" y="0"/>
                    <a:pt x="621363" y="5509"/>
                    <a:pt x="631170" y="15316"/>
                  </a:cubicBezTo>
                  <a:cubicBezTo>
                    <a:pt x="640976" y="25123"/>
                    <a:pt x="646486" y="38424"/>
                    <a:pt x="646486" y="52292"/>
                  </a:cubicBezTo>
                  <a:lnTo>
                    <a:pt x="646486" y="52292"/>
                  </a:lnTo>
                  <a:cubicBezTo>
                    <a:pt x="646486" y="66161"/>
                    <a:pt x="640976" y="79462"/>
                    <a:pt x="631170" y="89269"/>
                  </a:cubicBezTo>
                  <a:cubicBezTo>
                    <a:pt x="621363" y="99075"/>
                    <a:pt x="608062" y="104585"/>
                    <a:pt x="594193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464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66404" y="780670"/>
            <a:ext cx="3392896" cy="484174"/>
            <a:chOff x="0" y="0"/>
            <a:chExt cx="732886" cy="104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2886" cy="104585"/>
            </a:xfrm>
            <a:custGeom>
              <a:avLst/>
              <a:gdLst/>
              <a:ahLst/>
              <a:cxnLst/>
              <a:rect r="r" b="b" t="t" l="l"/>
              <a:pathLst>
                <a:path h="104585" w="732886">
                  <a:moveTo>
                    <a:pt x="52292" y="0"/>
                  </a:moveTo>
                  <a:lnTo>
                    <a:pt x="680594" y="0"/>
                  </a:lnTo>
                  <a:cubicBezTo>
                    <a:pt x="694463" y="0"/>
                    <a:pt x="707764" y="5509"/>
                    <a:pt x="717570" y="15316"/>
                  </a:cubicBezTo>
                  <a:cubicBezTo>
                    <a:pt x="727377" y="25123"/>
                    <a:pt x="732886" y="38424"/>
                    <a:pt x="732886" y="52292"/>
                  </a:cubicBezTo>
                  <a:lnTo>
                    <a:pt x="732886" y="52292"/>
                  </a:lnTo>
                  <a:cubicBezTo>
                    <a:pt x="732886" y="66161"/>
                    <a:pt x="727377" y="79462"/>
                    <a:pt x="717570" y="89269"/>
                  </a:cubicBezTo>
                  <a:cubicBezTo>
                    <a:pt x="707764" y="99075"/>
                    <a:pt x="694463" y="104585"/>
                    <a:pt x="680594" y="104585"/>
                  </a:cubicBezTo>
                  <a:lnTo>
                    <a:pt x="52292" y="104585"/>
                  </a:lnTo>
                  <a:cubicBezTo>
                    <a:pt x="38424" y="104585"/>
                    <a:pt x="25123" y="99075"/>
                    <a:pt x="15316" y="89269"/>
                  </a:cubicBezTo>
                  <a:cubicBezTo>
                    <a:pt x="5509" y="79462"/>
                    <a:pt x="0" y="66161"/>
                    <a:pt x="0" y="52292"/>
                  </a:cubicBezTo>
                  <a:lnTo>
                    <a:pt x="0" y="52292"/>
                  </a:lnTo>
                  <a:cubicBezTo>
                    <a:pt x="0" y="38424"/>
                    <a:pt x="5509" y="25123"/>
                    <a:pt x="15316" y="15316"/>
                  </a:cubicBezTo>
                  <a:cubicBezTo>
                    <a:pt x="25123" y="5509"/>
                    <a:pt x="38424" y="0"/>
                    <a:pt x="52292" y="0"/>
                  </a:cubicBezTo>
                  <a:close/>
                </a:path>
              </a:pathLst>
            </a:custGeom>
            <a:ln w="9525" cap="rnd">
              <a:solidFill>
                <a:srgbClr val="905B3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32886" cy="14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79549" y="819625"/>
            <a:ext cx="2691207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37413" y="825567"/>
            <a:ext cx="3050878" cy="33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www.</a:t>
            </a:r>
            <a:r>
              <a:rPr lang="en-US" sz="1950">
                <a:solidFill>
                  <a:srgbClr val="905B3E"/>
                </a:solidFill>
                <a:latin typeface="Questrial"/>
                <a:ea typeface="Questrial"/>
                <a:cs typeface="Questrial"/>
                <a:sym typeface="Questrial"/>
              </a:rPr>
              <a:t>reallygreatsite.com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30289" y="2350986"/>
            <a:ext cx="5057306" cy="505730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35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253404" y="2729623"/>
            <a:ext cx="8962931" cy="8229600"/>
          </a:xfrm>
          <a:custGeom>
            <a:avLst/>
            <a:gdLst/>
            <a:ahLst/>
            <a:cxnLst/>
            <a:rect r="r" b="b" t="t" l="l"/>
            <a:pathLst>
              <a:path h="8229600" w="8962931">
                <a:moveTo>
                  <a:pt x="0" y="0"/>
                </a:moveTo>
                <a:lnTo>
                  <a:pt x="8962931" y="0"/>
                </a:lnTo>
                <a:lnTo>
                  <a:pt x="896293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DAHWNbaJY8Y</dc:identifier>
  <dcterms:modified xsi:type="dcterms:W3CDTF">2011-08-01T06:04:30Z</dcterms:modified>
  <cp:revision>1</cp:revision>
  <dc:title>Brown and Black Flat Illustration Lawyer Presentation</dc:title>
</cp:coreProperties>
</file>